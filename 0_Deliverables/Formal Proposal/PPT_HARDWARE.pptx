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abhnLtWv0cLqrJUzxjFZIAsaf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4774405" y="3429000"/>
            <a:ext cx="2457450" cy="2565400"/>
          </a:xfrm>
          <a:prstGeom prst="rec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00" scaled="0"/>
          </a:gra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340D"/>
                </a:solidFill>
                <a:latin typeface="Arial"/>
                <a:ea typeface="Arial"/>
                <a:cs typeface="Arial"/>
                <a:sym typeface="Arial"/>
              </a:rPr>
              <a:t>Host PC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385051" y="742950"/>
            <a:ext cx="3879849" cy="5251450"/>
          </a:xfrm>
          <a:prstGeom prst="rect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00" scaled="0"/>
          </a:gra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3C64"/>
                </a:solidFill>
                <a:latin typeface="Arial"/>
                <a:ea typeface="Arial"/>
                <a:cs typeface="Arial"/>
                <a:sym typeface="Arial"/>
              </a:rPr>
              <a:t>Sensor Array System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33400" y="742950"/>
            <a:ext cx="4070400" cy="5251500"/>
          </a:xfrm>
          <a:prstGeom prst="rect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75316"/>
                </a:solidFill>
                <a:latin typeface="Arial"/>
                <a:ea typeface="Arial"/>
                <a:cs typeface="Arial"/>
                <a:sym typeface="Arial"/>
              </a:rPr>
              <a:t>Robotic Arm System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609600" y="1308100"/>
            <a:ext cx="10560050" cy="1445032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On-Arm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Assembly</a:t>
            </a:r>
            <a:endParaRPr/>
          </a:p>
        </p:txBody>
      </p:sp>
      <p:cxnSp>
        <p:nvCxnSpPr>
          <p:cNvPr id="93" name="Google Shape;93;p1"/>
          <p:cNvCxnSpPr>
            <a:stCxn id="94" idx="1"/>
          </p:cNvCxnSpPr>
          <p:nvPr/>
        </p:nvCxnSpPr>
        <p:spPr>
          <a:xfrm flipH="1">
            <a:off x="1324227" y="4150789"/>
            <a:ext cx="577200" cy="525600"/>
          </a:xfrm>
          <a:prstGeom prst="bentConnector3">
            <a:avLst>
              <a:gd fmla="val 99493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none"/>
          </a:ln>
        </p:spPr>
      </p:cxnSp>
      <p:sp>
        <p:nvSpPr>
          <p:cNvPr id="95" name="Google Shape;95;p1"/>
          <p:cNvSpPr/>
          <p:nvPr/>
        </p:nvSpPr>
        <p:spPr>
          <a:xfrm>
            <a:off x="758823" y="4552950"/>
            <a:ext cx="3398837" cy="1168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Teensy 4.1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Powerful microprocessor handling: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Generation of PWM (</a:t>
            </a:r>
            <a:r>
              <a:rPr b="0" i="1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0" baseline="-25000" i="1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for </a:t>
            </a:r>
            <a:r>
              <a:rPr b="0" i="1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motor drives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Data </a:t>
            </a:r>
            <a:r>
              <a:rPr lang="en-US" sz="1200">
                <a:solidFill>
                  <a:schemeClr val="lt1"/>
                </a:solidFill>
              </a:rPr>
              <a:t>Acquisition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of encoder angles (</a:t>
            </a:r>
            <a:r>
              <a:rPr b="1" i="1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b="1" baseline="-25000" i="1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b="1" i="1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ϕ</a:t>
            </a:r>
            <a:r>
              <a:rPr b="1" baseline="-25000" i="1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for control system feedback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750094" y="1396306"/>
            <a:ext cx="1148556" cy="1319512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Encoders</a:t>
            </a:r>
            <a:endParaRPr sz="1750"/>
          </a:p>
        </p:txBody>
      </p:sp>
      <p:sp>
        <p:nvSpPr>
          <p:cNvPr id="97" name="Google Shape;97;p1"/>
          <p:cNvSpPr/>
          <p:nvPr/>
        </p:nvSpPr>
        <p:spPr>
          <a:xfrm>
            <a:off x="3127375" y="1401516"/>
            <a:ext cx="1073149" cy="1295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Servos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1901428" y="3037135"/>
            <a:ext cx="1199754" cy="924123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Stepper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3548063" y="3121820"/>
            <a:ext cx="868361" cy="75475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Motor Drives</a:t>
            </a:r>
            <a:endParaRPr/>
          </a:p>
        </p:txBody>
      </p:sp>
      <p:cxnSp>
        <p:nvCxnSpPr>
          <p:cNvPr id="100" name="Google Shape;100;p1"/>
          <p:cNvCxnSpPr>
            <a:stCxn id="99" idx="0"/>
            <a:endCxn id="97" idx="2"/>
          </p:cNvCxnSpPr>
          <p:nvPr/>
        </p:nvCxnSpPr>
        <p:spPr>
          <a:xfrm flipH="1" rot="5400000">
            <a:off x="3610693" y="2750270"/>
            <a:ext cx="424800" cy="318300"/>
          </a:xfrm>
          <a:prstGeom prst="curvedConnector3">
            <a:avLst>
              <a:gd fmla="val 50012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" name="Google Shape;101;p1"/>
          <p:cNvCxnSpPr>
            <a:stCxn id="99" idx="1"/>
            <a:endCxn id="98" idx="3"/>
          </p:cNvCxnSpPr>
          <p:nvPr/>
        </p:nvCxnSpPr>
        <p:spPr>
          <a:xfrm flipH="1">
            <a:off x="3101063" y="3499198"/>
            <a:ext cx="4470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" name="Google Shape;102;p1"/>
          <p:cNvCxnSpPr>
            <a:stCxn id="97" idx="1"/>
          </p:cNvCxnSpPr>
          <p:nvPr/>
        </p:nvCxnSpPr>
        <p:spPr>
          <a:xfrm flipH="1">
            <a:off x="1893775" y="2049216"/>
            <a:ext cx="1233600" cy="9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" name="Google Shape;103;p1"/>
          <p:cNvCxnSpPr>
            <a:stCxn id="96" idx="2"/>
          </p:cNvCxnSpPr>
          <p:nvPr/>
        </p:nvCxnSpPr>
        <p:spPr>
          <a:xfrm>
            <a:off x="1324372" y="2715818"/>
            <a:ext cx="0" cy="183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4" name="Google Shape;104;p1"/>
          <p:cNvCxnSpPr>
            <a:endCxn id="99" idx="2"/>
          </p:cNvCxnSpPr>
          <p:nvPr/>
        </p:nvCxnSpPr>
        <p:spPr>
          <a:xfrm rot="-5400000">
            <a:off x="3386443" y="3957275"/>
            <a:ext cx="676500" cy="515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" name="Google Shape;105;p1"/>
          <p:cNvSpPr/>
          <p:nvPr/>
        </p:nvSpPr>
        <p:spPr>
          <a:xfrm>
            <a:off x="7625556" y="4552950"/>
            <a:ext cx="3398837" cy="1168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Arduino MEGA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Extended I/O to handle I2C bus from analog ToF sensor outputs (</a:t>
            </a:r>
            <a:r>
              <a:rPr b="1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baseline="-25000" i="1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and digital logic from IR sensors (</a:t>
            </a:r>
            <a:r>
              <a:rPr b="1" i="1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b="1" baseline="-25000" i="1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to use for disturbance or obstacle modeling in the host PC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7625556" y="1396306"/>
            <a:ext cx="1315243" cy="1319512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Warning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9709150" y="1396306"/>
            <a:ext cx="1315243" cy="1319512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Reactive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Command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901427" y="4005408"/>
            <a:ext cx="1199753" cy="290762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Encoder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5019275" y="2909367"/>
            <a:ext cx="1967707" cy="420643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rgbClr val="622F1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PSU 15VDC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7625555" y="3396660"/>
            <a:ext cx="1315243" cy="396526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I2C MUX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5033168" y="3736826"/>
            <a:ext cx="1967707" cy="667397"/>
          </a:xfrm>
          <a:prstGeom prst="rect">
            <a:avLst/>
          </a:prstGeom>
          <a:solidFill>
            <a:srgbClr val="BF4F14"/>
          </a:solidFill>
          <a:ln cap="flat" cmpd="sng" w="19050">
            <a:solidFill>
              <a:srgbClr val="622F1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Sensor Signal Processing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5037929" y="4620124"/>
            <a:ext cx="1967707" cy="374363"/>
          </a:xfrm>
          <a:prstGeom prst="rect">
            <a:avLst/>
          </a:prstGeom>
          <a:solidFill>
            <a:srgbClr val="BF4F14"/>
          </a:solidFill>
          <a:ln cap="flat" cmpd="sng" w="19050">
            <a:solidFill>
              <a:srgbClr val="622F1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System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5037929" y="5153160"/>
            <a:ext cx="1967707" cy="590263"/>
          </a:xfrm>
          <a:prstGeom prst="rect">
            <a:avLst/>
          </a:prstGeom>
          <a:solidFill>
            <a:srgbClr val="BF4F14"/>
          </a:solidFill>
          <a:ln cap="flat" cmpd="sng" w="19050">
            <a:solidFill>
              <a:srgbClr val="622F1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Trajectory Optimization</a:t>
            </a:r>
            <a:endParaRPr/>
          </a:p>
        </p:txBody>
      </p:sp>
      <p:cxnSp>
        <p:nvCxnSpPr>
          <p:cNvPr id="113" name="Google Shape;113;p1"/>
          <p:cNvCxnSpPr>
            <a:stCxn id="105" idx="1"/>
            <a:endCxn id="110" idx="3"/>
          </p:cNvCxnSpPr>
          <p:nvPr/>
        </p:nvCxnSpPr>
        <p:spPr>
          <a:xfrm rot="10800000">
            <a:off x="7000956" y="4070650"/>
            <a:ext cx="624600" cy="1066500"/>
          </a:xfrm>
          <a:prstGeom prst="curvedConnector3">
            <a:avLst>
              <a:gd fmla="val 50006" name="adj1"/>
            </a:avLst>
          </a:prstGeom>
          <a:noFill/>
          <a:ln cap="flat" cmpd="sng" w="28575">
            <a:solidFill>
              <a:srgbClr val="1F5C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" name="Google Shape;114;p1"/>
          <p:cNvCxnSpPr>
            <a:endCxn id="111" idx="1"/>
          </p:cNvCxnSpPr>
          <p:nvPr/>
        </p:nvCxnSpPr>
        <p:spPr>
          <a:xfrm flipH="1" rot="10800000">
            <a:off x="4152029" y="4807306"/>
            <a:ext cx="885900" cy="327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5" name="Google Shape;115;p1"/>
          <p:cNvCxnSpPr>
            <a:stCxn id="110" idx="2"/>
            <a:endCxn id="111" idx="0"/>
          </p:cNvCxnSpPr>
          <p:nvPr/>
        </p:nvCxnSpPr>
        <p:spPr>
          <a:xfrm>
            <a:off x="6017022" y="4404223"/>
            <a:ext cx="4800" cy="21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" name="Google Shape;116;p1"/>
          <p:cNvCxnSpPr>
            <a:stCxn id="111" idx="2"/>
            <a:endCxn id="112" idx="0"/>
          </p:cNvCxnSpPr>
          <p:nvPr/>
        </p:nvCxnSpPr>
        <p:spPr>
          <a:xfrm>
            <a:off x="6021783" y="4994487"/>
            <a:ext cx="0" cy="15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" name="Google Shape;117;p1"/>
          <p:cNvCxnSpPr>
            <a:stCxn id="112" idx="1"/>
          </p:cNvCxnSpPr>
          <p:nvPr/>
        </p:nvCxnSpPr>
        <p:spPr>
          <a:xfrm rot="10800000">
            <a:off x="4157729" y="5276992"/>
            <a:ext cx="880200" cy="171300"/>
          </a:xfrm>
          <a:prstGeom prst="curvedConnector3">
            <a:avLst>
              <a:gd fmla="val 27495" name="adj1"/>
            </a:avLst>
          </a:prstGeom>
          <a:noFill/>
          <a:ln cap="flat" cmpd="sng" w="28575">
            <a:solidFill>
              <a:srgbClr val="E9713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" name="Google Shape;118;p1"/>
          <p:cNvCxnSpPr>
            <a:stCxn id="109" idx="2"/>
          </p:cNvCxnSpPr>
          <p:nvPr/>
        </p:nvCxnSpPr>
        <p:spPr>
          <a:xfrm>
            <a:off x="8283177" y="3793186"/>
            <a:ext cx="0" cy="759900"/>
          </a:xfrm>
          <a:prstGeom prst="straightConnector1">
            <a:avLst/>
          </a:prstGeom>
          <a:noFill/>
          <a:ln cap="flat" cmpd="sng" w="28575">
            <a:solidFill>
              <a:srgbClr val="1F5C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9" name="Google Shape;119;p1"/>
          <p:cNvCxnSpPr>
            <a:stCxn id="106" idx="2"/>
          </p:cNvCxnSpPr>
          <p:nvPr/>
        </p:nvCxnSpPr>
        <p:spPr>
          <a:xfrm>
            <a:off x="8283178" y="2715818"/>
            <a:ext cx="0" cy="652800"/>
          </a:xfrm>
          <a:prstGeom prst="straightConnector1">
            <a:avLst/>
          </a:prstGeom>
          <a:noFill/>
          <a:ln cap="flat" cmpd="sng" w="28575">
            <a:solidFill>
              <a:srgbClr val="1F5C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" name="Google Shape;120;p1"/>
          <p:cNvCxnSpPr>
            <a:stCxn id="107" idx="2"/>
          </p:cNvCxnSpPr>
          <p:nvPr/>
        </p:nvCxnSpPr>
        <p:spPr>
          <a:xfrm>
            <a:off x="10366772" y="2715818"/>
            <a:ext cx="0" cy="1837200"/>
          </a:xfrm>
          <a:prstGeom prst="straightConnector1">
            <a:avLst/>
          </a:prstGeom>
          <a:noFill/>
          <a:ln cap="flat" cmpd="sng" w="28575">
            <a:solidFill>
              <a:srgbClr val="1F5C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1" name="Google Shape;121;p1"/>
          <p:cNvCxnSpPr>
            <a:stCxn id="105" idx="0"/>
            <a:endCxn id="106" idx="3"/>
          </p:cNvCxnSpPr>
          <p:nvPr/>
        </p:nvCxnSpPr>
        <p:spPr>
          <a:xfrm flipH="1" rot="5400000">
            <a:off x="7884375" y="3112350"/>
            <a:ext cx="2496900" cy="384300"/>
          </a:xfrm>
          <a:prstGeom prst="bentConnector2">
            <a:avLst/>
          </a:prstGeom>
          <a:noFill/>
          <a:ln cap="flat" cmpd="sng" w="28575">
            <a:solidFill>
              <a:srgbClr val="1F5C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" name="Google Shape;122;p1"/>
          <p:cNvCxnSpPr>
            <a:stCxn id="105" idx="0"/>
            <a:endCxn id="107" idx="1"/>
          </p:cNvCxnSpPr>
          <p:nvPr/>
        </p:nvCxnSpPr>
        <p:spPr>
          <a:xfrm rot="-5400000">
            <a:off x="8268675" y="3112350"/>
            <a:ext cx="2496900" cy="384300"/>
          </a:xfrm>
          <a:prstGeom prst="bentConnector2">
            <a:avLst/>
          </a:prstGeom>
          <a:noFill/>
          <a:ln cap="flat" cmpd="sng" w="28575">
            <a:solidFill>
              <a:srgbClr val="1F5C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" name="Google Shape;123;p1"/>
          <p:cNvCxnSpPr>
            <a:stCxn id="108" idx="1"/>
            <a:endCxn id="99" idx="3"/>
          </p:cNvCxnSpPr>
          <p:nvPr/>
        </p:nvCxnSpPr>
        <p:spPr>
          <a:xfrm flipH="1">
            <a:off x="4416275" y="3119688"/>
            <a:ext cx="603000" cy="379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4" name="Google Shape;124;p1"/>
          <p:cNvSpPr txBox="1"/>
          <p:nvPr/>
        </p:nvSpPr>
        <p:spPr>
          <a:xfrm>
            <a:off x="934943" y="2869020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b="1" baseline="-2500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25" name="Google Shape;125;p1"/>
          <p:cNvSpPr txBox="1"/>
          <p:nvPr/>
        </p:nvSpPr>
        <p:spPr>
          <a:xfrm>
            <a:off x="1387028" y="3748628"/>
            <a:ext cx="5477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ϕ</a:t>
            </a:r>
            <a:r>
              <a:rPr b="1" baseline="-25000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3788125" y="4006595"/>
            <a:ext cx="5477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="1" baseline="-25000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127" name="Google Shape;127;p1"/>
          <p:cNvSpPr txBox="1"/>
          <p:nvPr/>
        </p:nvSpPr>
        <p:spPr>
          <a:xfrm>
            <a:off x="3916116" y="2704991"/>
            <a:ext cx="5477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baseline="-25000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endParaRPr/>
          </a:p>
        </p:txBody>
      </p:sp>
      <p:sp>
        <p:nvSpPr>
          <p:cNvPr id="128" name="Google Shape;128;p1"/>
          <p:cNvSpPr txBox="1"/>
          <p:nvPr/>
        </p:nvSpPr>
        <p:spPr>
          <a:xfrm>
            <a:off x="3185270" y="3095341"/>
            <a:ext cx="5477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baseline="-25000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ϕ</a:t>
            </a:r>
            <a:endParaRPr/>
          </a:p>
        </p:txBody>
      </p:sp>
      <p:sp>
        <p:nvSpPr>
          <p:cNvPr id="129" name="Google Shape;129;p1"/>
          <p:cNvSpPr txBox="1"/>
          <p:nvPr/>
        </p:nvSpPr>
        <p:spPr>
          <a:xfrm>
            <a:off x="2365284" y="1732407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endParaRPr b="1" baseline="-25000"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0366771" y="3367495"/>
            <a:ext cx="340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b="1" baseline="-25000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9277553" y="4181330"/>
            <a:ext cx="5613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5V</a:t>
            </a:r>
            <a:r>
              <a:rPr b="1" baseline="-25000"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DC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8283176" y="3985355"/>
            <a:ext cx="407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8283176" y="2913495"/>
            <a:ext cx="407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2026-02-01T21:54:08Z</dcterms:created>
  <dc:creator>Sebastian Oviedo</dc:creator>
</cp:coreProperties>
</file>